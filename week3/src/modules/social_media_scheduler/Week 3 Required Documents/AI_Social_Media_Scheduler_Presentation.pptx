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1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108960" cy="31089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75" y="89885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AI PROPOSAL SUITE · GROUP 54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Social Media Scheduler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Content Planner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43484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Platform-Optimized Campaign Automation for Online Tutoring Platforms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521208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394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Ammar Haider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SafeX Solutions Summer Internship — Group 54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Business Opportunity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LearnHub Academy needs an automated content engine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20948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57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social campaigns manually takes hours every week.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Copy-pasting one caption everywhere fails platform limits — e.g. X (Twitter)'s 280-character cap.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daily scheduling leads to poor audience engagement.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0116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610" y="209489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057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74320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full 7-day content creation lifecycle for LearnHub Academy.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platform-specific copywriting with matching AI image-generation prompts.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developer-ready architecture built for direct social API scheduling.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Social Media Scheduler &amp; Caption Generator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Architecture &amp; Workflows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engine.py turns a brief into a full weekly calendar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3093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5B1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21406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031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Generator Module </a:t>
            </a:r>
            <a:pPr indent="0" marL="0">
              <a:buNone/>
            </a:pPr>
            <a:r>
              <a:rPr lang="en-US" sz="1350" i="1" dirty="0">
                <a:solidFill>
                  <a:srgbClr val="5C6B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(engine.py)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5669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AI caption writer using templates mapped to four tones — Professional, Friendly, Motivational, Promotional.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daily topics (Python, AI Tools, Excel, Career Tips, Data Analytics, Scholarships, Interview Prep) across every target channel.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image-generation prompts and optimal posting times are produced alongside each caption.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086600" y="1737360"/>
            <a:ext cx="4553712" cy="4572000"/>
          </a:xfrm>
          <a:prstGeom prst="roundRect">
            <a:avLst>
              <a:gd name="adj" fmla="val 2008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9AA5B1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60920" y="2029968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730" y="2106778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0" y="20848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Character Audit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06640" y="2788920"/>
            <a:ext cx="391363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A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caption + hashtag string is measured against each platform ceiling in real time.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A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(Twitter) 280 · Instagram 2,200 · LinkedIn 3,000 · Facebook 5,000 characters.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A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potential truncation before a post is ever queued.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Social Media Scheduler &amp; Caption Generator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Formatting &amp; Scheduling Rules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caption is shaped to fit the platform it ships 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70048" cy="43891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9AA5B1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2670048" cy="1417320"/>
          </a:xfrm>
          <a:prstGeom prst="roundRect">
            <a:avLst>
              <a:gd name="adj" fmla="val 5806"/>
            </a:avLst>
          </a:prstGeom>
          <a:solidFill>
            <a:srgbClr val="0A66C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42032"/>
            <a:ext cx="2670048" cy="704088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7" name="Shape 5"/>
          <p:cNvSpPr/>
          <p:nvPr/>
        </p:nvSpPr>
        <p:spPr>
          <a:xfrm>
            <a:off x="1517904" y="2029968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8" name="Image 0" descr="icons/linked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4947" y="2147011"/>
            <a:ext cx="497434" cy="4974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29184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" y="3749040"/>
            <a:ext cx="22677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Long-form, value-driven bullet points with professional hashtags.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9808" y="5532120"/>
            <a:ext cx="2267712" cy="457200"/>
          </a:xfrm>
          <a:prstGeom prst="roundRect">
            <a:avLst>
              <a:gd name="adj" fmla="val 16000"/>
            </a:avLst>
          </a:prstGeom>
          <a:solidFill>
            <a:srgbClr val="F4F7F9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553212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Optimal: </a:t>
            </a:r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AM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38144" y="1828800"/>
            <a:ext cx="2670048" cy="43891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9AA5B1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38144" y="1828800"/>
            <a:ext cx="2670048" cy="1417320"/>
          </a:xfrm>
          <a:prstGeom prst="roundRect">
            <a:avLst>
              <a:gd name="adj" fmla="val 5806"/>
            </a:avLst>
          </a:prstGeom>
          <a:solidFill>
            <a:srgbClr val="C13584"/>
          </a:solidFill>
          <a:ln/>
        </p:spPr>
      </p:sp>
      <p:sp>
        <p:nvSpPr>
          <p:cNvPr id="15" name="Shape 12"/>
          <p:cNvSpPr/>
          <p:nvPr/>
        </p:nvSpPr>
        <p:spPr>
          <a:xfrm>
            <a:off x="3438144" y="2542032"/>
            <a:ext cx="2670048" cy="704088"/>
          </a:xfrm>
          <a:prstGeom prst="rect">
            <a:avLst/>
          </a:prstGeom>
          <a:solidFill>
            <a:srgbClr val="C13584"/>
          </a:solidFill>
          <a:ln/>
        </p:spPr>
      </p:sp>
      <p:sp>
        <p:nvSpPr>
          <p:cNvPr id="16" name="Shape 13"/>
          <p:cNvSpPr/>
          <p:nvPr/>
        </p:nvSpPr>
        <p:spPr>
          <a:xfrm>
            <a:off x="4407408" y="2029968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7" name="Image 1" descr="icons/inst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451" y="2147011"/>
            <a:ext cx="497434" cy="49743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29584" y="329184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639312" y="3749040"/>
            <a:ext cx="22677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Emoji-forward copy, line breaks, and "save this post" triggers.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639312" y="5532120"/>
            <a:ext cx="2267712" cy="457200"/>
          </a:xfrm>
          <a:prstGeom prst="roundRect">
            <a:avLst>
              <a:gd name="adj" fmla="val 16000"/>
            </a:avLst>
          </a:prstGeom>
          <a:solidFill>
            <a:srgbClr val="F4F7F9"/>
          </a:solidFill>
          <a:ln/>
        </p:spPr>
      </p:sp>
      <p:sp>
        <p:nvSpPr>
          <p:cNvPr id="21" name="Text 17"/>
          <p:cNvSpPr/>
          <p:nvPr/>
        </p:nvSpPr>
        <p:spPr>
          <a:xfrm>
            <a:off x="3639312" y="553212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Optimal: </a:t>
            </a:r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 PM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327648" y="1828800"/>
            <a:ext cx="2670048" cy="43891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9AA5B1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27648" y="1828800"/>
            <a:ext cx="2670048" cy="1417320"/>
          </a:xfrm>
          <a:prstGeom prst="roundRect">
            <a:avLst>
              <a:gd name="adj" fmla="val 5806"/>
            </a:avLst>
          </a:prstGeom>
          <a:solidFill>
            <a:srgbClr val="111111"/>
          </a:solidFill>
          <a:ln/>
        </p:spPr>
      </p:sp>
      <p:sp>
        <p:nvSpPr>
          <p:cNvPr id="24" name="Shape 20"/>
          <p:cNvSpPr/>
          <p:nvPr/>
        </p:nvSpPr>
        <p:spPr>
          <a:xfrm>
            <a:off x="6327648" y="2542032"/>
            <a:ext cx="2670048" cy="7040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Shape 21"/>
          <p:cNvSpPr/>
          <p:nvPr/>
        </p:nvSpPr>
        <p:spPr>
          <a:xfrm>
            <a:off x="7296912" y="2029968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6" name="Image 2" descr="icons/x_twit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955" y="2147011"/>
            <a:ext cx="497434" cy="49743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19088" y="329184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(Twitter)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528816" y="3749040"/>
            <a:ext cx="22677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hooks with a clear CTA, strictly under 280 characters.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528816" y="5532120"/>
            <a:ext cx="2267712" cy="457200"/>
          </a:xfrm>
          <a:prstGeom prst="roundRect">
            <a:avLst>
              <a:gd name="adj" fmla="val 16000"/>
            </a:avLst>
          </a:prstGeom>
          <a:solidFill>
            <a:srgbClr val="F4F7F9"/>
          </a:solidFill>
          <a:ln/>
        </p:spPr>
      </p:sp>
      <p:sp>
        <p:nvSpPr>
          <p:cNvPr id="30" name="Text 25"/>
          <p:cNvSpPr/>
          <p:nvPr/>
        </p:nvSpPr>
        <p:spPr>
          <a:xfrm>
            <a:off x="6528816" y="553212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Optimal: </a:t>
            </a:r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01:00 PM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9217152" y="1828800"/>
            <a:ext cx="2670048" cy="438912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9AA5B1">
                <a:alpha val="3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9217152" y="1828800"/>
            <a:ext cx="2670048" cy="1417320"/>
          </a:xfrm>
          <a:prstGeom prst="roundRect">
            <a:avLst>
              <a:gd name="adj" fmla="val 5806"/>
            </a:avLst>
          </a:prstGeom>
          <a:solidFill>
            <a:srgbClr val="1877F2"/>
          </a:solidFill>
          <a:ln/>
        </p:spPr>
      </p:sp>
      <p:sp>
        <p:nvSpPr>
          <p:cNvPr id="33" name="Shape 28"/>
          <p:cNvSpPr/>
          <p:nvPr/>
        </p:nvSpPr>
        <p:spPr>
          <a:xfrm>
            <a:off x="9217152" y="2542032"/>
            <a:ext cx="2670048" cy="704088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34" name="Shape 29"/>
          <p:cNvSpPr/>
          <p:nvPr/>
        </p:nvSpPr>
        <p:spPr>
          <a:xfrm>
            <a:off x="10186416" y="2029968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5" name="Image 3" descr="icons/face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3459" y="2147011"/>
            <a:ext cx="497434" cy="49743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308592" y="329184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Facebook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9418320" y="3749040"/>
            <a:ext cx="22677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focus with discussion-starter prompts in the comments.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9418320" y="5532120"/>
            <a:ext cx="2267712" cy="457200"/>
          </a:xfrm>
          <a:prstGeom prst="roundRect">
            <a:avLst>
              <a:gd name="adj" fmla="val 16000"/>
            </a:avLst>
          </a:prstGeom>
          <a:solidFill>
            <a:srgbClr val="F4F7F9"/>
          </a:solidFill>
          <a:ln/>
        </p:spPr>
      </p:sp>
      <p:sp>
        <p:nvSpPr>
          <p:cNvPr id="39" name="Text 33"/>
          <p:cNvSpPr/>
          <p:nvPr/>
        </p:nvSpPr>
        <p:spPr>
          <a:xfrm>
            <a:off x="9418320" y="553212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Optimal: </a:t>
            </a:r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02:00 PM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Social Media Scheduler &amp; Caption Generator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Interface &amp; Playgrounds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ui.py turns the engine into a hands-on Streamlit workspace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3093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5B1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21406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031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Web Portal </a:t>
            </a:r>
            <a:pPr indent="0" marL="0">
              <a:buNone/>
            </a:pPr>
            <a:r>
              <a:rPr lang="en-US" sz="1350" i="1" dirty="0">
                <a:solidFill>
                  <a:srgbClr val="5C6B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(ui.py)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5669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Campaign Health Dashboard — total posts, platform count, and limit-violation alerts.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Day-by-day interactive editor tabs so a marketer can hand-tune any generated caption.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CSV / JSON calendar export for downstream scheduling tools.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086600" y="1737360"/>
            <a:ext cx="4553712" cy="4572000"/>
          </a:xfrm>
          <a:prstGeom prst="roundRect">
            <a:avLst>
              <a:gd name="adj" fmla="val 2008"/>
            </a:avLst>
          </a:prstGeom>
          <a:solidFill>
            <a:srgbClr val="21295C"/>
          </a:solidFill>
          <a:ln/>
          <a:effectLst>
            <a:outerShdw sx="100000" sy="100000" kx="0" ky="0" algn="bl" rotWithShape="0" blurRad="88900" dist="38100" dir="5400000">
              <a:srgbClr val="9AA5B1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60920" y="20299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pl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730" y="2106778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0" y="20848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Proposal Playground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06640" y="2788920"/>
            <a:ext cx="391363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samples for LinkedIn sharing, Tweepy (X), and the Meta Graph API (Instagram).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Mermaid pipeline diagram maps the async Celery / Cron publishing architecture.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JSON payload shows exactly what the scheduler agent would push to a queue.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Social Media Scheduler &amp; Caption Generator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&amp; 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tests/test_social_media_scheduler.py keeps the engine honest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30936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5B1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21863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488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 Suite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56692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X (Twitter) captions never exceed the 280-character limit, even at worst-case topic length.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four tone variations across every supported platform.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full 7-day calendar generation, hashtag output, and image-prompt formatting.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086600" y="1783080"/>
            <a:ext cx="2194560" cy="2011680"/>
          </a:xfrm>
          <a:prstGeom prst="roundRect">
            <a:avLst>
              <a:gd name="adj" fmla="val 409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9AA5B1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27848" y="1947672"/>
            <a:ext cx="512064" cy="512064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899" y="2034723"/>
            <a:ext cx="337962" cy="337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560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7196328" y="315468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 Rate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9445752" y="1783080"/>
            <a:ext cx="2194560" cy="2011680"/>
          </a:xfrm>
          <a:prstGeom prst="roundRect">
            <a:avLst>
              <a:gd name="adj" fmla="val 409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9AA5B1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287000" y="1947672"/>
            <a:ext cx="512064" cy="512064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icons/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4051" y="2034723"/>
            <a:ext cx="337962" cy="3379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45752" y="2560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9555480" y="315468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— Week 3 Codebase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086600" y="3959352"/>
            <a:ext cx="2194560" cy="2011680"/>
          </a:xfrm>
          <a:prstGeom prst="roundRect">
            <a:avLst>
              <a:gd name="adj" fmla="val 409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9AA5B1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27848" y="4123944"/>
            <a:ext cx="512064" cy="512064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3" descr="icons/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899" y="4210995"/>
            <a:ext cx="337962" cy="3379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73659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sec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7196328" y="5330952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LLM Latency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445752" y="3959352"/>
            <a:ext cx="2194560" cy="2011680"/>
          </a:xfrm>
          <a:prstGeom prst="roundRect">
            <a:avLst>
              <a:gd name="adj" fmla="val 409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9AA5B1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87000" y="4123944"/>
            <a:ext cx="512064" cy="512064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6" name="Image 4" descr="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4051" y="4210995"/>
            <a:ext cx="337962" cy="3379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445752" y="473659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2600" dirty="0"/>
          </a:p>
        </p:txBody>
      </p:sp>
      <p:sp>
        <p:nvSpPr>
          <p:cNvPr id="28" name="Text 21"/>
          <p:cNvSpPr/>
          <p:nvPr/>
        </p:nvSpPr>
        <p:spPr>
          <a:xfrm>
            <a:off x="9555480" y="5330952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 Per Run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Social Media Scheduler &amp; Caption Generator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Future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170432"/>
            <a:ext cx="23774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50" y="181417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783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2423160"/>
            <a:ext cx="5349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robust, working campaign prototype tailored to online tutoring needs.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case study with daily work logs and full test coverage.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Platform-aware captions, hashtags, and image prompts generated together.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170" y="18141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783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309360" y="2423160"/>
            <a:ext cx="5349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sandbox API tokens for real-time publishing to live platforms.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persistent SQLite storage to save edited calendars across sessions.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a genuine LLM for fully dynamic, non-templated captions.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Ammar Haider  ·  SafeX Solutions Summer Internship — Group 54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2026-07-23T11:50:20Z</dcterms:created>
  <dcterms:modified xsi:type="dcterms:W3CDTF">2026-07-23T11:50:20Z</dcterms:modified>
</cp:coreProperties>
</file>